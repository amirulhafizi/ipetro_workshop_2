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21" Type="http://schemas.openxmlformats.org/officeDocument/2006/relationships/tableStyles" Target="tableStyles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1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6</cp:revision>
  <dcterms:created xsi:type="dcterms:W3CDTF">2003-08-11T02:14:00Z</dcterms:created>
  <dcterms:modified xsi:type="dcterms:W3CDTF">2026-01-14T18:19:26Z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