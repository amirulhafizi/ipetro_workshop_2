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PLATE 1571x600x5mm SHELL TO BE ROLLED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DISH HEAD 8Thk TO BE FORMED 2:1 TYPE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DN50 X 8T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SEAMLESS PIPE DN25 X 100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DN25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 DN150 CLASS 150 WNRF SCH 40s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BASE PLATE 150 X 150 X 5Thk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LIFTING LUG PLATE 120 X 80 X 6Thk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DOUBLER PLATE 120 X 150 X 12.7Thk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EQUAL ANGLE BAR 3" X 3" X 1/4" Thk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EARTHING LUG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1.0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