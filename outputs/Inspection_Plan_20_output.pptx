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Hot Water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2:1 Ellipsoidal 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Hot Water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Hot Water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