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Legs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Structural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S275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JR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(Pressure Retaining)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SA193 / SA194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B7 /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(External Fittings)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JIS G3507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