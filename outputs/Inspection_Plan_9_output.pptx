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Shell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2:1 Ellipsoidal Head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Lifting Lug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Lifting Lug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Saddle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Saddle Baseplate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Saddle Baseplate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Saddle Baseplate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Neck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A312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TP304L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Neck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A312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TP304L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Neck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A312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TP304L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Neck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A312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TP304L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Neck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A312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TP304L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Neck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A312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TP304L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Neck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A312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TP304L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Blind Flange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Spiral Wound Gasket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Neck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Stud Bolt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 Bolting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A193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 B8M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Nuts &amp; Washer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Heavy Hex Nuts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A194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 2H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Bracket 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Angle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Bracket 2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Bracket 3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Grating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Angle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Angle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Flat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Flat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Angle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Angle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Side Rail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Ladder Bracket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Round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Saddle Support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Pad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Pad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