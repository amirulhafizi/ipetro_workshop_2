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  <p:sldId id="259" r:id="rId11"/>
    <p:sldId id="260" r:id="rId1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SA-179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SA-193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B7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Heavy Hex Nuts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SA-36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SS-316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SA-193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B7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Heavy Hex Nuts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Non Asbestos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METHANOL (SHELL) / WATER (TUBE)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DEG.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10.00 kg/cm2 (g)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