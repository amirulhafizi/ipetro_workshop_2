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  <p:sldId id="257" r:id="rId9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482" y="11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 &amp; Dished End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Flange, Manhole Flange and Cover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Pipe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Socket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Reinforced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301752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Arial"/>
              </a:defRPr>
            </a:pPr>
            <a:r>
              <a:t>Expansion Tank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 b="1">
                <a:latin typeface="Arial"/>
              </a:defRPr>
            </a:pPr>
            <a:r>
              <a:t>MLK_PMT_10103_-_V-003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k5s5wnl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007414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5</cp:revision>
  <dcterms:created xsi:type="dcterms:W3CDTF">2003-08-11T02:14:00Z</dcterms:created>
  <dcterms:modified xsi:type="dcterms:W3CDTF">2026-01-12T16:24:54Z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