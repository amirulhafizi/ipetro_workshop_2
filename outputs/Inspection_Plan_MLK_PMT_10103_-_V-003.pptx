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  <p:sldId id="259" r:id="rId11"/>
    <p:sldId id="260" r:id="rId12"/>
    <p:sldId id="261" r:id="rId13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&amp; Dished End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Flange, Manhole Flange and Cover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Applicable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Pipe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Socket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Applicable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Reinforced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Air Receiver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MLK_PMT_10103_-_V-003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Ellipsoidal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Blind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 (Y)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 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2jkb_x3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7414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m4falg0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8837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5</cp:revision>
  <dcterms:created xsi:type="dcterms:W3CDTF">2003-08-11T02:14:00Z</dcterms:created>
  <dcterms:modified xsi:type="dcterms:W3CDTF">2026-01-12T16:24:54Z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