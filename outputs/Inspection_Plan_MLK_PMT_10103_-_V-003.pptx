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>
            <p:extLst>
              <p:ext uri="{D42A27DB-BD31-4B8C-83A1-F6EECF244321}">
                <p14:modId xmlns:p14="http://schemas.microsoft.com/office/powerpoint/2010/main" val="3781841529"/>
              </p:ext>
            </p:extLst>
          </p:nvPr>
        </p:nvGraphicFramePr>
        <p:xfrm>
          <a:off x="475862" y="3882889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>
            <p:extLst>
              <p:ext uri="{D42A27DB-BD31-4B8C-83A1-F6EECF244321}">
                <p14:modId xmlns:p14="http://schemas.microsoft.com/office/powerpoint/2010/main" val="3781841529"/>
              </p:ext>
            </p:extLst>
          </p:nvPr>
        </p:nvGraphicFramePr>
        <p:xfrm>
          <a:off x="475862" y="3882889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01752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Times New Roman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Times New Roman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latin typeface="Times New Roman"/>
              </a:defRPr>
            </a:pPr>
            <a:r>
              <a:t>MLK_PMT_10103_-_V-003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_di_2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007414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6</cp:revision>
  <dcterms:created xsi:type="dcterms:W3CDTF">2003-08-11T02:14:00Z</dcterms:created>
  <dcterms:modified xsi:type="dcterms:W3CDTF">2026-01-14T18:19:26Z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