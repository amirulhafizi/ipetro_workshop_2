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Gr.B (Sch40) &amp; (Sch80)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Retaining Bolt &amp; Nut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 / 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 /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External Fittings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