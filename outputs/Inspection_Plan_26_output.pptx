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8MM THK TO BE FORMED TO 2:1 TYPE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8.7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 x 3.00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DN150 x 11.2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WN'RF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 CLASS 150 WN'RF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DN150 CLASS 150 WN'RF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150 x 150 x 5MM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190 x 80 x 6MM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120 x 150 x 12.7MM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3" x 3" x 1/4"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