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  <p:sldId id="259" r:id="rId11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 Gr.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 Gr.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 Gr.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 Gr.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 Gr.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 Gr.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