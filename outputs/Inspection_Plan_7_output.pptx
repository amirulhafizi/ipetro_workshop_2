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  <p:sldId id="258" r:id="rId10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PLATE 1571x600x5mm SHELL TO BE ROLLED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DISH HEAD 8 THK TO BE FORMED 1D 2:1 TYPE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DN50 x 87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DN25 x 100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DN50 x 112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DN50 CLASS 150 WNRF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DN25 CLASS 150 WNRF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DN50 CLASS 150 WNRF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BASE PLATE 150 x 150 x 5 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LIFTING LUG PLATE 190 x 80 x 6 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DOUBLER PLATE 120 x 150 x 12.7 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EQUAL ANGLE BAR 3" x 3" x 1/4" 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EARTHING LUG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