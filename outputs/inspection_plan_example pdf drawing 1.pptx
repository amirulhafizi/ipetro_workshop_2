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Plan for example pdf drawing 1.pdf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50"/>
              </a:tblGrid>
              <a:tr h="1524000">
                <a:tc>
                  <a:txBody>
                    <a:bodyPr/>
                    <a:lstStyle/>
                    <a:p>
                      <a:r>
                        <a:t>Part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Operating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Operating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 Drawing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 pdf drawing 1.pdf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 pdf drawing 1.pdf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