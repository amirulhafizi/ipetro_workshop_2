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  <p:sldId id="257" r:id="rId9"/>
    <p:sldId id="258" r:id="rId10"/>
  </p:sldIdLst>
  <p:sldSz cx="9906000" cy="6858000" type="A4"/>
  <p:notesSz cx="10020300" cy="68881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63451D-8EB9-4A25-A082-BD28EEA32327}">
  <a:tblStyle styleId="{E763451D-8EB9-4A25-A082-BD28EEA3232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572DE-4531-42A8-A4B0-3BB0859811A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tcBdr/>
        <a:fill>
          <a:solidFill>
            <a:srgbClr val="E7F3F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F3F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482" y="114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70"/>
        <p:guide pos="3156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spcFirstLastPara="1" wrap="square" lIns="91975" tIns="45975" rIns="91975" bIns="45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sz="1400" b="1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sz="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DMSO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Shell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 M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DMSO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Head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 M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DMSO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Pipe (Nozzle N5A/N5B)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312 M TP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DMSO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Pipe (Nozzle N3/N4)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312 M TP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DMSO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Pipe (Nozzle N1/N2)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312 M TP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4" name="TextBox 53"/>
          <p:cNvSpPr txBox="1"/>
          <p:nvPr/>
        </p:nvSpPr>
        <p:spPr>
          <a:xfrm>
            <a:off x="3017520" y="502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latin typeface="Arial"/>
              </a:defRPr>
            </a:pPr>
            <a:r>
              <a:t>Air Receiver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60720" y="502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latin typeface="Arial"/>
              </a:defRPr>
            </a:pPr>
            <a:r>
              <a:t>V-001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23760" y="502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 b="1">
                <a:latin typeface="Arial"/>
              </a:defRPr>
            </a:pPr>
            <a:r>
              <a:t>MLK_PMT_10102_-_V-002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DMSO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 (for DN50 nozzles)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182 M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DMSO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 (for DN25 nozzles)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182 M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DMSO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 (for DN150 nozzles)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182 M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DMSO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Doubler Plate (Nozzle Reinforcement)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 M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 304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4" name="TextBox 53"/>
          <p:cNvSpPr txBox="1"/>
          <p:nvPr/>
        </p:nvSpPr>
        <p:spPr>
          <a:xfrm>
            <a:off x="3017520" y="502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latin typeface="Arial"/>
              </a:defRPr>
            </a:pPr>
            <a:r>
              <a:t>Air Receiver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60720" y="502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latin typeface="Arial"/>
              </a:defRPr>
            </a:pPr>
            <a:r>
              <a:t>V-001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23760" y="502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 b="1">
                <a:latin typeface="Arial"/>
              </a:defRPr>
            </a:pPr>
            <a:r>
              <a:t>MLK_PMT_10102_-_V-002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17520" y="502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latin typeface="Arial"/>
              </a:defRPr>
            </a:pPr>
            <a:r>
              <a:t>Air Receiver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60720" y="502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latin typeface="Arial"/>
              </a:defRPr>
            </a:pPr>
            <a:r>
              <a:t>V-001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23760" y="502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 b="1">
                <a:latin typeface="Arial"/>
              </a:defRPr>
            </a:pPr>
            <a:r>
              <a:t>MLK_PMT_10102_-_V-002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1vcaye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7008837" cy="594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95</Words>
  <Application>Microsoft Office PowerPoint</Application>
  <PresentationFormat>A4 Paper (210x297 mm)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Federo</vt:lpstr>
      <vt:lpstr>Times New Roman</vt:lpstr>
      <vt:lpstr>4_Summary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</dc:creator>
  <cp:lastModifiedBy>Amirul Hafizi</cp:lastModifiedBy>
  <cp:revision>5</cp:revision>
  <dcterms:created xsi:type="dcterms:W3CDTF">2003-08-11T02:14:00Z</dcterms:created>
  <dcterms:modified xsi:type="dcterms:W3CDTF">2026-01-12T16:24:54Z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