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9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 &amp; Dished End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Flange, Manhole Flange and Cover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Pipe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Gr.B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Socket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Reinforced Plate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Legs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Structural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S275JR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 (Pressure Retaining)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Stainless Steel Bolting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SA-193 / SA-194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B7 / 2H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Bolt &amp; Nut (External Fittings)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JIS G3507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185°C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1000 kPaG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629" y="3010527"/>
            <a:ext cx="3800793" cy="2863043"/>
          </a:xfrm>
          <a:prstGeom prst="rect">
            <a:avLst/>
          </a:prstGeom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