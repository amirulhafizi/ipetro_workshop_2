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8 THK TO BE FORMED T.D. 2:1 TYPE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8.7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 X 100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DN150 X 11.2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DN150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150 X 150 X 5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190 X 80 X 6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120 X 150 X 12.7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3" X 3" X 1/4"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