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06" y="58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/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r>
                        <a:t>Hot Water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2:1 ELLIPSOIDAL HEAD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2" name="Google Shape;5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337629" y="3010527"/>
            <a:ext cx="3800793" cy="286304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4</cp:revision>
  <dcterms:created xsi:type="dcterms:W3CDTF">2003-08-11T02:14:00Z</dcterms:created>
  <dcterms:modified xsi:type="dcterms:W3CDTF">2025-12-24T17:54:54Z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