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  <p:sldId id="258" r:id="rId10"/>
    <p:sldId id="259" r:id="rId11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312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TP 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182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F316L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 240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 304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 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1972"/>
            <a:ext cx="9906000" cy="7461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