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80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PLATE HEAD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80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DISH HEAD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80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80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HALF COUPLING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80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FULL COUPLING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80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 BAR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