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DISH HEAD 8MM THK TO BE FORMED TO 2:1 TYPE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SEAMLESS PIPE DN50 x 87 SCH 40S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SEAMLESS PIPE DN25 x 100 SCH 40S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SEAMLESS PIPE DN50 x 112 SCH 40S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SEAMLESS PIPE DN50 x 150 SCH 40S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 DN50 CLASS 150 WNRF SCH 40S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 DN25 CLASS 150 WNRF SCH 40S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 DN50 CLASS 150 WNRF SCH 40S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BASE PLATE 150 x 150 x 5THK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LIFTING LUG PLATE 190 x 80 x 6THK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DOUBLER PLATE 120 x 150 x 12.7THK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EQUAL ANGLE BAR 3" x 3" x 1/4" THK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EARTHING LUG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