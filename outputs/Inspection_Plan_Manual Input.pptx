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CONDENSATE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200°C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1.1 BarG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237744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cvxv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MLK_PMT_10101_-_V-001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ngesikk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6999741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5</cp:revision>
  <dcterms:created xsi:type="dcterms:W3CDTF">2003-08-11T02:14:00Z</dcterms:created>
  <dcterms:modified xsi:type="dcterms:W3CDTF">2026-01-12T16:24:54Z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