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482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ELLIPSOIDAL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Condensate Vessel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Condensate Vessel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Condensate Vessel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BLIND 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316L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GRATING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Condensate Vessel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GR.70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FLAT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Gr.70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FLAT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Condensate Vessel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SIDE RAIL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ROUND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Condensate Vessel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f41z04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8837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5</cp:revision>
  <dcterms:created xsi:type="dcterms:W3CDTF">2003-08-11T02:14:00Z</dcterms:created>
  <dcterms:modified xsi:type="dcterms:W3CDTF">2026-01-12T16:24:54Z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