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  <p:sldId id="257" r:id="rId9"/>
  </p:sldIdLst>
  <p:sldSz cx="9906000" cy="6858000" type="A4"/>
  <p:notesSz cx="10020300" cy="68881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70">
          <p15:clr>
            <a:srgbClr val="000000"/>
          </p15:clr>
        </p15:guide>
        <p15:guide id="2" pos="3156">
          <p15:clr>
            <a:srgbClr val="000000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i63UC9Eo4fSiesXjw4TJcT6Qam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63451D-8EB9-4A25-A082-BD28EEA32327}">
  <a:tblStyle styleId="{E763451D-8EB9-4A25-A082-BD28EEA3232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9572DE-4531-42A8-A4B0-3BB0859811A2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3F9FA"/>
          </a:solidFill>
        </a:fill>
      </a:tcStyle>
    </a:wholeTbl>
    <a:band1H>
      <a:tcTxStyle/>
      <a:tcStyle>
        <a:tcBdr/>
        <a:fill>
          <a:solidFill>
            <a:srgbClr val="E7F3F4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7F3F4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482" y="114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70"/>
        <p:guide pos="3156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67817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67817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spcFirstLastPara="1" wrap="square" lIns="91975" tIns="45975" rIns="91975" bIns="459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>
            <a:off x="438727" y="226060"/>
            <a:ext cx="9080500" cy="6555737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11;p11"/>
          <p:cNvSpPr txBox="1"/>
          <p:nvPr/>
        </p:nvSpPr>
        <p:spPr>
          <a:xfrm>
            <a:off x="432127" y="-39406"/>
            <a:ext cx="9093697" cy="306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1" u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INSPECTION PLAN (ON-STREAM)</a:t>
            </a:r>
            <a:endParaRPr sz="1400" b="1" u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12" name="Google Shape;12;p11"/>
          <p:cNvSpPr/>
          <p:nvPr/>
        </p:nvSpPr>
        <p:spPr>
          <a:xfrm>
            <a:off x="1996345" y="483788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 :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1"/>
          <p:cNvSpPr/>
          <p:nvPr/>
        </p:nvSpPr>
        <p:spPr>
          <a:xfrm>
            <a:off x="6586333" y="525643"/>
            <a:ext cx="751364" cy="169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PMT.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1"/>
          <p:cNvSpPr/>
          <p:nvPr/>
        </p:nvSpPr>
        <p:spPr>
          <a:xfrm>
            <a:off x="3467200" y="1600200"/>
            <a:ext cx="176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11"/>
          <p:cNvCxnSpPr/>
          <p:nvPr/>
        </p:nvCxnSpPr>
        <p:spPr>
          <a:xfrm>
            <a:off x="2057400" y="470015"/>
            <a:ext cx="691703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11"/>
          <p:cNvSpPr/>
          <p:nvPr/>
        </p:nvSpPr>
        <p:spPr>
          <a:xfrm>
            <a:off x="2162887" y="261378"/>
            <a:ext cx="4368133" cy="21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INFORMATION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1"/>
          <p:cNvSpPr/>
          <p:nvPr/>
        </p:nvSpPr>
        <p:spPr>
          <a:xfrm>
            <a:off x="4840768" y="517268"/>
            <a:ext cx="728755" cy="18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11"/>
          <p:cNvCxnSpPr/>
          <p:nvPr/>
        </p:nvCxnSpPr>
        <p:spPr>
          <a:xfrm>
            <a:off x="6624393" y="218985"/>
            <a:ext cx="0" cy="51859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" name="Google Shape;19;p11"/>
          <p:cNvCxnSpPr/>
          <p:nvPr/>
        </p:nvCxnSpPr>
        <p:spPr>
          <a:xfrm>
            <a:off x="7467600" y="234978"/>
            <a:ext cx="0" cy="48952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0" name="Google Shape;20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12839" y="256494"/>
            <a:ext cx="473325" cy="3961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21;p11"/>
          <p:cNvCxnSpPr/>
          <p:nvPr/>
        </p:nvCxnSpPr>
        <p:spPr>
          <a:xfrm>
            <a:off x="438539" y="659475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" name="Google Shape;22;p11"/>
          <p:cNvCxnSpPr/>
          <p:nvPr/>
        </p:nvCxnSpPr>
        <p:spPr>
          <a:xfrm>
            <a:off x="444807" y="639617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11"/>
          <p:cNvCxnSpPr/>
          <p:nvPr/>
        </p:nvCxnSpPr>
        <p:spPr>
          <a:xfrm>
            <a:off x="8466899" y="491196"/>
            <a:ext cx="0" cy="24295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Google Shape;24;p11"/>
          <p:cNvSpPr/>
          <p:nvPr/>
        </p:nvSpPr>
        <p:spPr>
          <a:xfrm>
            <a:off x="8388193" y="519991"/>
            <a:ext cx="649340" cy="194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 00</a:t>
            </a:r>
            <a:endParaRPr sz="9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" name="Google Shape;25;p11"/>
          <p:cNvCxnSpPr/>
          <p:nvPr/>
        </p:nvCxnSpPr>
        <p:spPr>
          <a:xfrm>
            <a:off x="1447800" y="6386940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11"/>
          <p:cNvSpPr/>
          <p:nvPr/>
        </p:nvSpPr>
        <p:spPr>
          <a:xfrm>
            <a:off x="463280" y="6376509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1"/>
          <p:cNvSpPr/>
          <p:nvPr/>
        </p:nvSpPr>
        <p:spPr>
          <a:xfrm>
            <a:off x="470785" y="659073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Google Shape;28;p11"/>
          <p:cNvCxnSpPr/>
          <p:nvPr/>
        </p:nvCxnSpPr>
        <p:spPr>
          <a:xfrm>
            <a:off x="3200400" y="63961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" name="Google Shape;29;p11"/>
          <p:cNvSpPr/>
          <p:nvPr/>
        </p:nvSpPr>
        <p:spPr>
          <a:xfrm>
            <a:off x="3175000" y="6388152"/>
            <a:ext cx="1586344" cy="208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 and Approved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1"/>
          <p:cNvSpPr/>
          <p:nvPr/>
        </p:nvSpPr>
        <p:spPr>
          <a:xfrm>
            <a:off x="3426142" y="6610646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11"/>
          <p:cNvCxnSpPr/>
          <p:nvPr/>
        </p:nvCxnSpPr>
        <p:spPr>
          <a:xfrm>
            <a:off x="4724400" y="63817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11"/>
          <p:cNvSpPr/>
          <p:nvPr/>
        </p:nvSpPr>
        <p:spPr>
          <a:xfrm>
            <a:off x="6105236" y="6429328"/>
            <a:ext cx="1985820" cy="137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Acknowledge and Acc.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11"/>
          <p:cNvCxnSpPr/>
          <p:nvPr/>
        </p:nvCxnSpPr>
        <p:spPr>
          <a:xfrm>
            <a:off x="6324600" y="6385745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" name="Google Shape;34;p11"/>
          <p:cNvCxnSpPr/>
          <p:nvPr/>
        </p:nvCxnSpPr>
        <p:spPr>
          <a:xfrm>
            <a:off x="7848600" y="6383148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" name="Google Shape;35;p11"/>
          <p:cNvSpPr/>
          <p:nvPr/>
        </p:nvSpPr>
        <p:spPr>
          <a:xfrm>
            <a:off x="6631999" y="660757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36;p11"/>
          <p:cNvCxnSpPr/>
          <p:nvPr/>
        </p:nvCxnSpPr>
        <p:spPr>
          <a:xfrm>
            <a:off x="444345" y="733734"/>
            <a:ext cx="907141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11"/>
          <p:cNvCxnSpPr/>
          <p:nvPr/>
        </p:nvCxnSpPr>
        <p:spPr>
          <a:xfrm>
            <a:off x="5440680" y="47313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" name="Google Shape;38;p11"/>
          <p:cNvCxnSpPr/>
          <p:nvPr/>
        </p:nvCxnSpPr>
        <p:spPr>
          <a:xfrm>
            <a:off x="4907280" y="472440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" name="Google Shape;39;p11"/>
          <p:cNvCxnSpPr/>
          <p:nvPr/>
        </p:nvCxnSpPr>
        <p:spPr>
          <a:xfrm>
            <a:off x="2057400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" name="Google Shape;40;p11"/>
          <p:cNvCxnSpPr/>
          <p:nvPr/>
        </p:nvCxnSpPr>
        <p:spPr>
          <a:xfrm>
            <a:off x="8975997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" name="Google Shape;41;p11"/>
          <p:cNvCxnSpPr/>
          <p:nvPr/>
        </p:nvCxnSpPr>
        <p:spPr>
          <a:xfrm>
            <a:off x="2917671" y="47869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11"/>
          <p:cNvSpPr/>
          <p:nvPr/>
        </p:nvSpPr>
        <p:spPr>
          <a:xfrm>
            <a:off x="6567861" y="272129"/>
            <a:ext cx="977960" cy="142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PLANT UNIT: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HOT WATER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SHELL PLATE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A240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304L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HOT WATER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ELLIPSOIDAL HEAD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A240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304L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HOT WATER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FLANGE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A182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F304L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HOT WATER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NECK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A312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TP304L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HOT WATER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NECK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ASTM A240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304L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90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4" name="TextBox 53"/>
          <p:cNvSpPr txBox="1"/>
          <p:nvPr/>
        </p:nvSpPr>
        <p:spPr>
          <a:xfrm>
            <a:off x="3017520" y="5029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latin typeface="Arial"/>
              </a:defRPr>
            </a:pPr>
            <a:r>
              <a:t>Expansion Tank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60720" y="5029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latin typeface="Arial"/>
              </a:defRPr>
            </a:pPr>
            <a:r>
              <a:t>V-001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23760" y="5029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 b="1">
                <a:latin typeface="Arial"/>
              </a:defRPr>
            </a:pPr>
            <a:r>
              <a:t>MLK_PMT_10104_-_V-004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mq2s0cu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7008837" cy="594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4_Summary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95</Words>
  <Application>Microsoft Office PowerPoint</Application>
  <PresentationFormat>A4 Paper (210x297 mm)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Federo</vt:lpstr>
      <vt:lpstr>Times New Roman</vt:lpstr>
      <vt:lpstr>4_Summary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</dc:creator>
  <cp:lastModifiedBy>Amirul Hafizi</cp:lastModifiedBy>
  <cp:revision>5</cp:revision>
  <dcterms:created xsi:type="dcterms:W3CDTF">2003-08-11T02:14:00Z</dcterms:created>
  <dcterms:modified xsi:type="dcterms:W3CDTF">2026-01-12T16:24:54Z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09506da1-5bd9-42b2-b37a-290d9738e2d2</vt:lpwstr>
  </property>
  <property fmtid="{D5CDD505-2E9C-101B-9397-08002B2CF9AE}" pid="3" name="bjSaver">
    <vt:lpwstr>j7wJqKEXWAG6n9tPB5NWuF+UG18V4TCp</vt:lpwstr>
  </property>
  <property fmtid="{D5CDD505-2E9C-101B-9397-08002B2CF9AE}" pid="4" name="bjDocumentLabelXML">
    <vt:lpwstr>&lt;?xml version="1.0" encoding="us-ascii"?&gt;&lt;sisl xmlns:xsi="http://www.w3.org/2001/XMLSchema-instance" xmlns:xsd="http://www.w3.org/2001/XMLSchema" sislVersion="0" policy="a894df29-9e07-45ae-95a6-4e7eb881815a" xmlns="http://www.boldonjames.com/2008/01/sie/i</vt:lpwstr>
  </property>
  <property fmtid="{D5CDD505-2E9C-101B-9397-08002B2CF9AE}" pid="5" name="bjDocumentLabelXML-0">
    <vt:lpwstr>nternal/label"&gt;&lt;element uid="01a40373-b9dd-4b9b-9ec4-eb7a27c52a46" value="" /&gt;&lt;/sisl&gt;</vt:lpwstr>
  </property>
  <property fmtid="{D5CDD505-2E9C-101B-9397-08002B2CF9AE}" pid="6" name="bjDocumentSecurityLabel">
    <vt:lpwstr>[Open]</vt:lpwstr>
  </property>
  <property fmtid="{D5CDD505-2E9C-101B-9397-08002B2CF9AE}" pid="7" name="DCSMetadata">
    <vt:lpwstr>P37r0n45DCS_Open</vt:lpwstr>
  </property>
  <property fmtid="{D5CDD505-2E9C-101B-9397-08002B2CF9AE}" pid="8" name="ICV">
    <vt:lpwstr>40B81A5394F64EE4895C0624F638C8CD_12</vt:lpwstr>
  </property>
  <property fmtid="{D5CDD505-2E9C-101B-9397-08002B2CF9AE}" pid="9" name="KSOProductBuildVer">
    <vt:lpwstr>1033-12.2.0.23131</vt:lpwstr>
  </property>
</Properties>
</file>