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ELLIPSOIDAL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BLIND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GRATING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SIDE RAIL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ROUND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5yyded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