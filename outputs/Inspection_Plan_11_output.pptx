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Rolled Shell Plate (1571x600x5mm)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Dish Head (8 thk, TD 2:1)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(DN50, 8.7 SCH 40s)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 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(DN25, 100 SCH 40s)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 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(DN150, 11.2 SCH 40s)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 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(DN50, Class 150 WNRF SCH 40s)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(DN25, Class 150 WNRF SCH 40s)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(DN150, Class 150 WNRF SCH 40s)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Base Plate (150x150x5 thk)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Lifting Lug Plate (190x80x6 thk)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Doubler Plate (120x150x12.7 thk)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Equal Angle Bar (3"x3"x1/4" thk)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Earthing Lug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