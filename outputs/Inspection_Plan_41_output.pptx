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Not Found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A/SA 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SA-193/SA-194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B7/2H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1,000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