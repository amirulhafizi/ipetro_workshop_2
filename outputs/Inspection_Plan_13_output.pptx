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9906000" cy="6858000" type="A4"/>
  <p:notesSz cx="10020300" cy="6888163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70">
          <p15:clr>
            <a:srgbClr val="000000"/>
          </p15:clr>
        </p15:guide>
        <p15:guide id="2" pos="3156">
          <p15:clr>
            <a:srgbClr val="000000"/>
          </p15:clr>
        </p15:guide>
      </p15:notes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7" roundtripDataSignature="AMtx7mi63UC9Eo4fSiesXjw4TJcT6Qamg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763451D-8EB9-4A25-A082-BD28EEA32327}">
  <a:tblStyle styleId="{E763451D-8EB9-4A25-A082-BD28EEA32327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389572DE-4531-42A8-A4B0-3BB0859811A2}" styleName="Table_1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3F9FA"/>
          </a:solidFill>
        </a:fill>
      </a:tcStyle>
    </a:wholeTbl>
    <a:band1H>
      <a:tcTxStyle/>
      <a:tcStyle>
        <a:tcBdr/>
        <a:fill>
          <a:solidFill>
            <a:srgbClr val="E7F3F4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E7F3F4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1306" y="58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2170"/>
        <p:guide pos="3156"/>
      </p:guideLst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17" Type="http://customschemas.google.com/relationships/presentationmetadata" Target="metadata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1" y="1"/>
            <a:ext cx="4342131" cy="344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975" tIns="45975" rIns="91975" bIns="45975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5678171" y="1"/>
            <a:ext cx="4342131" cy="344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975" tIns="45975" rIns="91975" bIns="45975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3141663" y="515938"/>
            <a:ext cx="3732212" cy="2584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1336041" y="3272016"/>
            <a:ext cx="7348220" cy="3099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975" tIns="45975" rIns="91975" bIns="45975" anchor="t" anchorCtr="0">
            <a:noAutofit/>
          </a:bodyPr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1" y="6544030"/>
            <a:ext cx="4342131" cy="344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975" tIns="45975" rIns="91975" bIns="45975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5678171" y="6544030"/>
            <a:ext cx="4342131" cy="344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975" tIns="45975" rIns="91975" bIns="45975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:notes"/>
          <p:cNvSpPr txBox="1">
            <a:spLocks noGrp="1"/>
          </p:cNvSpPr>
          <p:nvPr>
            <p:ph type="body" idx="1"/>
          </p:nvPr>
        </p:nvSpPr>
        <p:spPr>
          <a:xfrm>
            <a:off x="1336041" y="3272016"/>
            <a:ext cx="7348220" cy="3099398"/>
          </a:xfrm>
          <a:prstGeom prst="rect">
            <a:avLst/>
          </a:prstGeom>
        </p:spPr>
        <p:txBody>
          <a:bodyPr spcFirstLastPara="1" wrap="square" lIns="91975" tIns="45975" rIns="91975" bIns="4597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4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141663" y="515938"/>
            <a:ext cx="3732212" cy="2584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Blank" type="blank">
  <p:cSld name="BLANK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1"/>
          <p:cNvSpPr/>
          <p:nvPr/>
        </p:nvSpPr>
        <p:spPr>
          <a:xfrm>
            <a:off x="438727" y="226060"/>
            <a:ext cx="9080500" cy="6555737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" name="Google Shape;11;p11"/>
          <p:cNvSpPr txBox="1"/>
          <p:nvPr/>
        </p:nvSpPr>
        <p:spPr>
          <a:xfrm>
            <a:off x="432127" y="-39406"/>
            <a:ext cx="9093697" cy="3067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MY" sz="1400" b="1" u="none">
                <a:solidFill>
                  <a:schemeClr val="dk1"/>
                </a:solidFill>
                <a:latin typeface="Federo"/>
                <a:ea typeface="Federo"/>
                <a:cs typeface="Federo"/>
                <a:sym typeface="Federo"/>
              </a:rPr>
              <a:t>INSPECTION PLAN (ON-STREAM)</a:t>
            </a:r>
            <a:endParaRPr sz="1400" b="1" u="none">
              <a:solidFill>
                <a:schemeClr val="dk1"/>
              </a:solidFill>
              <a:latin typeface="Federo"/>
              <a:ea typeface="Federo"/>
              <a:cs typeface="Federo"/>
              <a:sym typeface="Federo"/>
            </a:endParaRPr>
          </a:p>
        </p:txBody>
      </p:sp>
      <p:sp>
        <p:nvSpPr>
          <p:cNvPr id="12" name="Google Shape;12;p11"/>
          <p:cNvSpPr/>
          <p:nvPr/>
        </p:nvSpPr>
        <p:spPr>
          <a:xfrm>
            <a:off x="1996345" y="483788"/>
            <a:ext cx="921326" cy="241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Description :</a:t>
            </a:r>
            <a:endParaRPr sz="9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13;p11"/>
          <p:cNvSpPr/>
          <p:nvPr/>
        </p:nvSpPr>
        <p:spPr>
          <a:xfrm>
            <a:off x="6586333" y="525643"/>
            <a:ext cx="751364" cy="169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PMT. No :</a:t>
            </a:r>
            <a:endParaRPr sz="8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4;p11"/>
          <p:cNvSpPr/>
          <p:nvPr/>
        </p:nvSpPr>
        <p:spPr>
          <a:xfrm>
            <a:off x="3467200" y="1600200"/>
            <a:ext cx="1764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" name="Google Shape;15;p11"/>
          <p:cNvCxnSpPr/>
          <p:nvPr/>
        </p:nvCxnSpPr>
        <p:spPr>
          <a:xfrm>
            <a:off x="2057400" y="470015"/>
            <a:ext cx="6917039" cy="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6" name="Google Shape;16;p11"/>
          <p:cNvSpPr/>
          <p:nvPr/>
        </p:nvSpPr>
        <p:spPr>
          <a:xfrm>
            <a:off x="2162887" y="261378"/>
            <a:ext cx="4368133" cy="2106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GENERAL INFORMATION</a:t>
            </a:r>
            <a:endParaRPr sz="9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11"/>
          <p:cNvSpPr/>
          <p:nvPr/>
        </p:nvSpPr>
        <p:spPr>
          <a:xfrm>
            <a:off x="4840768" y="517268"/>
            <a:ext cx="728755" cy="1826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Tag. No :</a:t>
            </a:r>
            <a:endParaRPr sz="8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" name="Google Shape;18;p11"/>
          <p:cNvCxnSpPr/>
          <p:nvPr/>
        </p:nvCxnSpPr>
        <p:spPr>
          <a:xfrm>
            <a:off x="6624393" y="218985"/>
            <a:ext cx="0" cy="518597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9" name="Google Shape;19;p11"/>
          <p:cNvCxnSpPr/>
          <p:nvPr/>
        </p:nvCxnSpPr>
        <p:spPr>
          <a:xfrm>
            <a:off x="7467600" y="234978"/>
            <a:ext cx="0" cy="48952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20" name="Google Shape;20;p1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012839" y="256494"/>
            <a:ext cx="473325" cy="39611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1" name="Google Shape;21;p11"/>
          <p:cNvCxnSpPr/>
          <p:nvPr/>
        </p:nvCxnSpPr>
        <p:spPr>
          <a:xfrm>
            <a:off x="438539" y="6594756"/>
            <a:ext cx="9071419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2" name="Google Shape;22;p11"/>
          <p:cNvCxnSpPr/>
          <p:nvPr/>
        </p:nvCxnSpPr>
        <p:spPr>
          <a:xfrm>
            <a:off x="444807" y="6396176"/>
            <a:ext cx="9071419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3" name="Google Shape;23;p11"/>
          <p:cNvCxnSpPr/>
          <p:nvPr/>
        </p:nvCxnSpPr>
        <p:spPr>
          <a:xfrm>
            <a:off x="8466899" y="491196"/>
            <a:ext cx="0" cy="242953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4" name="Google Shape;24;p11"/>
          <p:cNvSpPr/>
          <p:nvPr/>
        </p:nvSpPr>
        <p:spPr>
          <a:xfrm>
            <a:off x="8388193" y="519991"/>
            <a:ext cx="649340" cy="194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Rev 00</a:t>
            </a:r>
            <a:endParaRPr sz="9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5" name="Google Shape;25;p11"/>
          <p:cNvCxnSpPr/>
          <p:nvPr/>
        </p:nvCxnSpPr>
        <p:spPr>
          <a:xfrm>
            <a:off x="1447800" y="6386940"/>
            <a:ext cx="0" cy="37663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6" name="Google Shape;26;p11"/>
          <p:cNvSpPr/>
          <p:nvPr/>
        </p:nvSpPr>
        <p:spPr>
          <a:xfrm>
            <a:off x="463280" y="6376509"/>
            <a:ext cx="921326" cy="241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Prepared by </a:t>
            </a:r>
            <a:endParaRPr sz="9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11"/>
          <p:cNvSpPr/>
          <p:nvPr/>
        </p:nvSpPr>
        <p:spPr>
          <a:xfrm>
            <a:off x="470785" y="6590732"/>
            <a:ext cx="932294" cy="2073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Date  </a:t>
            </a:r>
            <a:endParaRPr sz="9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8" name="Google Shape;28;p11"/>
          <p:cNvCxnSpPr/>
          <p:nvPr/>
        </p:nvCxnSpPr>
        <p:spPr>
          <a:xfrm>
            <a:off x="3200400" y="6396176"/>
            <a:ext cx="0" cy="37663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9" name="Google Shape;29;p11"/>
          <p:cNvSpPr/>
          <p:nvPr/>
        </p:nvSpPr>
        <p:spPr>
          <a:xfrm>
            <a:off x="3175000" y="6388152"/>
            <a:ext cx="1586344" cy="2089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Review and Approved by </a:t>
            </a:r>
            <a:endParaRPr sz="9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p11"/>
          <p:cNvSpPr/>
          <p:nvPr/>
        </p:nvSpPr>
        <p:spPr>
          <a:xfrm>
            <a:off x="3426142" y="6610646"/>
            <a:ext cx="932294" cy="2073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Date  </a:t>
            </a:r>
            <a:endParaRPr sz="9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" name="Google Shape;31;p11"/>
          <p:cNvCxnSpPr/>
          <p:nvPr/>
        </p:nvCxnSpPr>
        <p:spPr>
          <a:xfrm>
            <a:off x="4724400" y="6381776"/>
            <a:ext cx="0" cy="37663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2" name="Google Shape;32;p11"/>
          <p:cNvSpPr/>
          <p:nvPr/>
        </p:nvSpPr>
        <p:spPr>
          <a:xfrm>
            <a:off x="6105236" y="6429328"/>
            <a:ext cx="1985820" cy="1375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Acknowledge and Acc. by </a:t>
            </a:r>
            <a:endParaRPr sz="9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3" name="Google Shape;33;p11"/>
          <p:cNvCxnSpPr/>
          <p:nvPr/>
        </p:nvCxnSpPr>
        <p:spPr>
          <a:xfrm>
            <a:off x="6324600" y="6385745"/>
            <a:ext cx="0" cy="403127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4" name="Google Shape;34;p11"/>
          <p:cNvCxnSpPr/>
          <p:nvPr/>
        </p:nvCxnSpPr>
        <p:spPr>
          <a:xfrm>
            <a:off x="7848600" y="6383148"/>
            <a:ext cx="0" cy="403127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5" name="Google Shape;35;p11"/>
          <p:cNvSpPr/>
          <p:nvPr/>
        </p:nvSpPr>
        <p:spPr>
          <a:xfrm>
            <a:off x="6631999" y="6607572"/>
            <a:ext cx="932294" cy="2073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Date  </a:t>
            </a:r>
            <a:endParaRPr sz="9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6" name="Google Shape;36;p11"/>
          <p:cNvCxnSpPr/>
          <p:nvPr/>
        </p:nvCxnSpPr>
        <p:spPr>
          <a:xfrm>
            <a:off x="444345" y="733734"/>
            <a:ext cx="9071419" cy="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7" name="Google Shape;37;p11"/>
          <p:cNvCxnSpPr/>
          <p:nvPr/>
        </p:nvCxnSpPr>
        <p:spPr>
          <a:xfrm>
            <a:off x="5440680" y="473132"/>
            <a:ext cx="0" cy="25504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8" name="Google Shape;38;p11"/>
          <p:cNvCxnSpPr/>
          <p:nvPr/>
        </p:nvCxnSpPr>
        <p:spPr>
          <a:xfrm>
            <a:off x="4907280" y="472440"/>
            <a:ext cx="0" cy="25504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9" name="Google Shape;39;p11"/>
          <p:cNvCxnSpPr/>
          <p:nvPr/>
        </p:nvCxnSpPr>
        <p:spPr>
          <a:xfrm>
            <a:off x="2057400" y="218304"/>
            <a:ext cx="0" cy="50827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0" name="Google Shape;40;p11"/>
          <p:cNvCxnSpPr/>
          <p:nvPr/>
        </p:nvCxnSpPr>
        <p:spPr>
          <a:xfrm>
            <a:off x="8975997" y="218304"/>
            <a:ext cx="0" cy="50827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1" name="Google Shape;41;p11"/>
          <p:cNvCxnSpPr/>
          <p:nvPr/>
        </p:nvCxnSpPr>
        <p:spPr>
          <a:xfrm>
            <a:off x="2917671" y="478692"/>
            <a:ext cx="0" cy="25504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2" name="Google Shape;42;p11"/>
          <p:cNvSpPr/>
          <p:nvPr/>
        </p:nvSpPr>
        <p:spPr>
          <a:xfrm>
            <a:off x="6567861" y="272129"/>
            <a:ext cx="977960" cy="1422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PLANT UNIT:</a:t>
            </a:r>
            <a:endParaRPr sz="8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9" name="Google Shape;49;p1"/>
          <p:cNvGraphicFramePr/>
          <p:nvPr>
            <p:extLst>
              <p:ext uri="{D42A27DB-BD31-4B8C-83A1-F6EECF244321}">
                <p14:modId xmlns:p14="http://schemas.microsoft.com/office/powerpoint/2010/main" val="435827853"/>
              </p:ext>
            </p:extLst>
          </p:nvPr>
        </p:nvGraphicFramePr>
        <p:xfrm>
          <a:off x="475862" y="897164"/>
          <a:ext cx="9049125" cy="1554490"/>
        </p:xfrm>
        <a:graphic>
          <a:graphicData uri="http://schemas.openxmlformats.org/drawingml/2006/table">
            <a:tbl>
              <a:tblPr firstRow="1" bandRow="1">
                <a:noFill/>
                <a:tableStyleId>{E763451D-8EB9-4A25-A082-BD28EEA32327}</a:tableStyleId>
              </a:tblPr>
              <a:tblGrid>
                <a:gridCol w="1088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3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201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83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104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034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946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907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045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7079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0"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 u="none" strike="noStrike" cap="none" dirty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FLUID</a:t>
                      </a:r>
                      <a:endParaRPr sz="800" b="0" u="none" strike="noStrike" cap="none" dirty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 u="none" strike="noStrike" cap="none">
                          <a:solidFill>
                            <a:schemeClr val="dk1"/>
                          </a:solidFill>
                        </a:rPr>
                        <a:t>                                        </a:t>
                      </a:r>
                      <a:endParaRPr sz="800" b="0" u="none" strike="noStrike" cap="none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COMPONENT</a:t>
                      </a: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DESIGN CODE</a:t>
                      </a: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 strike="noStrike" cap="none"/>
                        <a:t>                 MATERIAL </a:t>
                      </a:r>
                      <a:endParaRPr sz="800"/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INSULATED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(Y/N)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</a:rPr>
                        <a:t>OP. PARAMETER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CURRENT RISK RATING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rowSpan="5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Corrosion Group : </a:t>
                      </a:r>
                      <a:endParaRPr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sng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Damage Mechanism Susceptible:</a:t>
                      </a: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Internal Shell</a:t>
                      </a:r>
                      <a:endParaRPr sz="800" u="none">
                        <a:solidFill>
                          <a:srgbClr val="0070C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171450" marR="0" lvl="0" indent="-1714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u="none">
                        <a:solidFill>
                          <a:srgbClr val="7F7F7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External </a:t>
                      </a:r>
                      <a:endParaRPr sz="800" u="none">
                        <a:solidFill>
                          <a:srgbClr val="0070C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ATMOSPHERIC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3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TYPE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SPEC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GR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(֯C)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(Mpa)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24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endParaRPr sz="1100" b="0" i="0" u="none" strike="noStrik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MY" sz="1100" b="0" i="0" u="none" strike="noStrike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Top Head</a:t>
                      </a:r>
                      <a:endParaRPr sz="1100" b="0" i="0" u="none" strike="noStrik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ASME VII DIV 1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CS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b="0" i="0" u="none" strike="noStrike" dirty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b="0" i="0" u="none" strike="noStrike" dirty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LOW</a:t>
                      </a: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B05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24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endParaRPr sz="1100" b="0" i="0" u="none" strike="noStrik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MY" sz="1100" b="0" i="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Shell</a:t>
                      </a:r>
                      <a:endParaRPr sz="1100" b="0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ASME VIII DIV 1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CS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b="0" i="0" u="none" strike="noStrike" dirty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b="0" i="0" u="none" strike="noStrike" dirty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31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endParaRPr sz="1100" b="0" i="0" u="none" strike="noStrik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MY" sz="1100" b="0" i="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Bottom Head</a:t>
                      </a:r>
                      <a:endParaRPr sz="1100" b="0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ASME VIII DIV 1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CS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b="0" i="0" u="none" strike="noStrike" dirty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b="0" i="0" u="none" strike="noStrike" dirty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52" name="Google Shape;52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5400000">
            <a:off x="5337629" y="3010527"/>
            <a:ext cx="3800793" cy="2863043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53" name="Google Shape;53;p1"/>
          <p:cNvGraphicFramePr/>
          <p:nvPr/>
        </p:nvGraphicFramePr>
        <p:xfrm>
          <a:off x="475862" y="3004348"/>
          <a:ext cx="4477150" cy="2463680"/>
        </p:xfrm>
        <a:graphic>
          <a:graphicData uri="http://schemas.openxmlformats.org/drawingml/2006/table">
            <a:tbl>
              <a:tblPr firstRow="1" bandRow="1">
                <a:noFill/>
                <a:tableStyleId>{389572DE-4531-42A8-A4B0-3BB0859811A2}</a:tableStyleId>
              </a:tblPr>
              <a:tblGrid>
                <a:gridCol w="1152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8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580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INSPECTION METHOD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INSPECTION COVERAGE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DAMAGE MECHANISM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97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UTTM 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(Correction Factor)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100% of TML Location – Refer TML as per Attachment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0"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Corrosion</a:t>
                      </a:r>
                      <a:endParaRPr sz="800" b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82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VISUAL INSPECTION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External Visual Inspection  (100% Coverage)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1">
                          <a:latin typeface="Arial"/>
                          <a:ea typeface="Arial"/>
                          <a:cs typeface="Arial"/>
                          <a:sym typeface="Arial"/>
                        </a:rPr>
                        <a:t>With</a:t>
                      </a:r>
                      <a:endParaRPr sz="800" b="1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follow up by UT, RT, or pit gauge as required.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80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Atmospheric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b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4_Summary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115</Words>
  <Application>Microsoft Office PowerPoint</Application>
  <PresentationFormat>A4 Paper (210x297 mm)</PresentationFormat>
  <Paragraphs>52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Federo</vt:lpstr>
      <vt:lpstr>Times New Roman</vt:lpstr>
      <vt:lpstr>4_Summary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</dc:creator>
  <cp:lastModifiedBy>Amirul Hafizi</cp:lastModifiedBy>
  <cp:revision>3</cp:revision>
  <dcterms:created xsi:type="dcterms:W3CDTF">2003-08-11T02:14:00Z</dcterms:created>
  <dcterms:modified xsi:type="dcterms:W3CDTF">2025-12-23T13:08:33Z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ocIndexRef">
    <vt:lpwstr>09506da1-5bd9-42b2-b37a-290d9738e2d2</vt:lpwstr>
  </property>
  <property fmtid="{D5CDD505-2E9C-101B-9397-08002B2CF9AE}" pid="3" name="bjSaver">
    <vt:lpwstr>j7wJqKEXWAG6n9tPB5NWuF+UG18V4TCp</vt:lpwstr>
  </property>
  <property fmtid="{D5CDD505-2E9C-101B-9397-08002B2CF9AE}" pid="4" name="bjDocumentLabelXML">
    <vt:lpwstr>&lt;?xml version="1.0" encoding="us-ascii"?&gt;&lt;sisl xmlns:xsi="http://www.w3.org/2001/XMLSchema-instance" xmlns:xsd="http://www.w3.org/2001/XMLSchema" sislVersion="0" policy="a894df29-9e07-45ae-95a6-4e7eb881815a" xmlns="http://www.boldonjames.com/2008/01/sie/i</vt:lpwstr>
  </property>
  <property fmtid="{D5CDD505-2E9C-101B-9397-08002B2CF9AE}" pid="5" name="bjDocumentLabelXML-0">
    <vt:lpwstr>nternal/label"&gt;&lt;element uid="01a40373-b9dd-4b9b-9ec4-eb7a27c52a46" value="" /&gt;&lt;/sisl&gt;</vt:lpwstr>
  </property>
  <property fmtid="{D5CDD505-2E9C-101B-9397-08002B2CF9AE}" pid="6" name="bjDocumentSecurityLabel">
    <vt:lpwstr>[Open]</vt:lpwstr>
  </property>
  <property fmtid="{D5CDD505-2E9C-101B-9397-08002B2CF9AE}" pid="7" name="DCSMetadata">
    <vt:lpwstr>P37r0n45DCS_Open</vt:lpwstr>
  </property>
  <property fmtid="{D5CDD505-2E9C-101B-9397-08002B2CF9AE}" pid="8" name="ICV">
    <vt:lpwstr>40B81A5394F64EE4895C0624F638C8CD_12</vt:lpwstr>
  </property>
  <property fmtid="{D5CDD505-2E9C-101B-9397-08002B2CF9AE}" pid="9" name="KSOProductBuildVer">
    <vt:lpwstr>1033-12.2.0.23131</vt:lpwstr>
  </property>
</Properties>
</file>