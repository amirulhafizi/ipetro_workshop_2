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Plan for HeatExchanger_E201.pdf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0000" y="1500000"/>
          <a:ext cx="80000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666"/>
                <a:gridCol w="2666666"/>
                <a:gridCol w="2666668"/>
              </a:tblGrid>
              <a:tr h="114285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 Drawing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Operating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HeatExchanger_E201.pdf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Design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HeatExchanger_E201.pdf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Carbon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HeatExchanger_E201.pdf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Shell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HeatExchanger_E201.pdf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Diameter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HeatExchanger_E201.pdf</a:t>
                      </a:r>
                    </a:p>
                  </a:txBody>
                  <a:tcPr/>
                </a:tc>
              </a:tr>
              <a:tr h="114290">
                <a:tc>
                  <a:txBody>
                    <a:bodyPr/>
                    <a:lstStyle/>
                    <a:p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HeatExchanger_E201.pdf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