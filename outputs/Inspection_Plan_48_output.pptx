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516 Gr.70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106 Gr.B (Sch40) &amp; (Sch80)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516 Gr.70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LEGS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Structural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S275JR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(PRESSURE RETAINING)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SA193 B7 / SA194 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B7/2H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(EXTERNAL FITTINGS)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JIS G3507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