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06" y="5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Shell Plate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2:1 Ellipsoidal Head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Lifting Lug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Lifting Lug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Saddle Plate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Saddle Baseplate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Saddle Baseplate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Saddle Baseplate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A182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A182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Neck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A312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TP304L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Neck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A312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TP304L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A182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A182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Neck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A312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TP304L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A182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Neck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A312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TP304L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Neck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A312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TP304L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A182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Neck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A312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TP304L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Neck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A312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TP304L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Blind Flange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A182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Spiral Wound Gasket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ASME B16.20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DN600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A182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Neck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Stud Bolt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 Bolting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A193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 B8M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Nuts &amp; Washer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Heavy Hex Nuts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A194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 2H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Bracket 1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Angle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Bracket 2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Bracket 3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Grating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Angle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Angle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Flat Plate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Flat Plate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Angle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Angle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Side Rail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Ladder Bracket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Round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Saddle Support Plate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J304L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Pad Plate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Pad Plate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4</cp:revision>
  <dcterms:created xsi:type="dcterms:W3CDTF">2003-08-11T02:14:00Z</dcterms:created>
  <dcterms:modified xsi:type="dcterms:W3CDTF">2025-12-24T17:54:54Z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