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9"/>
    <p:sldId id="258" r:id="rId10"/>
    <p:sldId id="259" r:id="rId11"/>
    <p:sldId id="260" r:id="rId12"/>
    <p:sldId id="261" r:id="rId13"/>
    <p:sldId id="262" r:id="rId14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3A)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3B)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3C)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Expansion Tank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MLK_PMT_10102_-_V-002_1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(Nozzle 4A)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(Nozzle 4B)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(Nozzle 4C)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Expansion Tank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MLK_PMT_10102_-_V-002_1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ae531z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00883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Expansion Tank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MLK_PMT_10103_-_V-003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Retaining Bolts &amp; Nuts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 / 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Expansion Tank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MLK_PMT_10103_-_V-003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eq8mwm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007414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