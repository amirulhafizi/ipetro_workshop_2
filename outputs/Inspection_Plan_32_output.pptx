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7,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7,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8,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8,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9,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9,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10,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10,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11,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11,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12,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12,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13,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13,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14,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14,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15,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15,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16,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16,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17,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17,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18,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18,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19,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19,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20,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20,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TEMP. (°C)    100 °C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21,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1.1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(MPA)    1.0 BarG</a:t>
                      </a:r>
                    </a:p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Name: 21, dtype: object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