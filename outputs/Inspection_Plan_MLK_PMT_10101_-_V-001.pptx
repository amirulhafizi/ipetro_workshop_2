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7" r:id="rId9"/>
    <p:sldId id="258" r:id="rId10"/>
    <p:sldId id="259" r:id="rId11"/>
    <p:sldId id="260" r:id="rId12"/>
    <p:sldId id="261" r:id="rId13"/>
    <p:sldId id="262" r:id="rId14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>
            <p:extLst>
              <p:ext uri="{D42A27DB-BD31-4B8C-83A1-F6EECF244321}">
                <p14:modId xmlns:p14="http://schemas.microsoft.com/office/powerpoint/2010/main" val="3781841529"/>
              </p:ext>
            </p:extLst>
          </p:nvPr>
        </p:nvGraphicFramePr>
        <p:xfrm>
          <a:off x="475862" y="3882889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DEG.C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KG/CM2G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PLATE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DEG.C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KG/CM2G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BASE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SA-283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DEG.C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KG/CM2G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FULL COUPLING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DEG.C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KG/CM2G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HALF COUPLING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DEG.C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8.0 KG/CM2G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>
            <p:extLst>
              <p:ext uri="{D42A27DB-BD31-4B8C-83A1-F6EECF244321}">
                <p14:modId xmlns:p14="http://schemas.microsoft.com/office/powerpoint/2010/main" val="3781841529"/>
              </p:ext>
            </p:extLst>
          </p:nvPr>
        </p:nvGraphicFramePr>
        <p:xfrm>
          <a:off x="475862" y="3882889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301752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 b="1">
                <a:latin typeface="Times New Roman"/>
              </a:defRPr>
            </a:pPr>
            <a:r>
              <a:t>MLK_PMT_10101_-_V-001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ocntg62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6999741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PLATE 1571x600x5thk SHELL TO BE ROLLED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DISH HEAD 8thk TO BE FORMED TO 2:1 TYPE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SEAMLESS PIPE DN50 x 87 SCH 40s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 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SEAMLESS PIPE DN25 x 100 SCH 40s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 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SEAMLESS PIPE DN150 x 112 SCH 40s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 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>
            <p:extLst>
              <p:ext uri="{D42A27DB-BD31-4B8C-83A1-F6EECF244321}">
                <p14:modId xmlns:p14="http://schemas.microsoft.com/office/powerpoint/2010/main" val="3781841529"/>
              </p:ext>
            </p:extLst>
          </p:nvPr>
        </p:nvGraphicFramePr>
        <p:xfrm>
          <a:off x="475862" y="3882889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301752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 b="1">
                <a:latin typeface="Times New Roman"/>
              </a:defRPr>
            </a:pPr>
            <a:r>
              <a:t>MLK_PMT_10102_-_V-002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 DN50 CLASS 150 WNRF SCH 40s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 DN25 CLASS 150 WNRF SCH 40s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 DN150 CLASS 150 WNRF SCH 40s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BASE PLATE 150 x 150 x 5thk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Gr. 304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DOUBLER PLATE 120 x 150 x 12.7thk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 M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Gr.304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>
            <p:extLst>
              <p:ext uri="{D42A27DB-BD31-4B8C-83A1-F6EECF244321}">
                <p14:modId xmlns:p14="http://schemas.microsoft.com/office/powerpoint/2010/main" val="3781841529"/>
              </p:ext>
            </p:extLst>
          </p:nvPr>
        </p:nvGraphicFramePr>
        <p:xfrm>
          <a:off x="475862" y="3882889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301752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 b="1">
                <a:latin typeface="Times New Roman"/>
              </a:defRPr>
            </a:pPr>
            <a:r>
              <a:t>MLK_PMT_10102_-_V-002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DMSO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EQUAL ANGLE BAR 3" x 3" x 1/4" thk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 M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Gr.304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100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1.0 BarG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>
            <p:extLst>
              <p:ext uri="{D42A27DB-BD31-4B8C-83A1-F6EECF244321}">
                <p14:modId xmlns:p14="http://schemas.microsoft.com/office/powerpoint/2010/main" val="3781841529"/>
              </p:ext>
            </p:extLst>
          </p:nvPr>
        </p:nvGraphicFramePr>
        <p:xfrm>
          <a:off x="475862" y="3882889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301752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 b="1">
                <a:latin typeface="Times New Roman"/>
              </a:defRPr>
            </a:pPr>
            <a:r>
              <a:t>MLK_PMT_10102_-_V-002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3__up7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8837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6</cp:revision>
  <dcterms:created xsi:type="dcterms:W3CDTF">2003-08-11T02:14:00Z</dcterms:created>
  <dcterms:modified xsi:type="dcterms:W3CDTF">2026-01-14T18:19:26Z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