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DEG.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TOP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DEG.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BOTTOM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DEG.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FULL 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DEG.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FULL 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DEG.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MLK_PMT_10101_-_V-001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ab7z1am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6999741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