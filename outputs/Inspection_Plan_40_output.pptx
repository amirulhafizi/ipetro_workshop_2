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516 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106 Gr.B (SCH40) &amp; (SCH80)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516 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SA193 B7 / SA194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