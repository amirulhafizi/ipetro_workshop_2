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(Pressure Retaining)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SA193 / SA194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 /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(External Fittings)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