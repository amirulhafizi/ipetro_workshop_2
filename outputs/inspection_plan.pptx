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Inspection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50"/>
              </a:tblGrid>
              <a:tr h="1524000">
                <a:tc>
                  <a:txBody>
                    <a:bodyPr/>
                    <a:lstStyle/>
                    <a:p>
                      <a:r>
                        <a:t>Part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Fluid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Material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Operating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Drawing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956 4 18 THK Per Tennonzenia FMPERATURE 0 MBENT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MLK PMT 10104 - V-004.pdf</a:t>
                      </a:r>
                    </a:p>
                  </a:txBody>
                  <a:tcPr/>
                </a:tc>
              </a:tr>
              <a:tr h="1524000">
                <a:tc>
                  <a:txBody>
                    <a:bodyPr/>
                    <a:lstStyle/>
                    <a:p>
                      <a:r>
                        <a:t>Tpiml Oniso 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46S 1ENg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MLK PMT 10104 - V-004.pdf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